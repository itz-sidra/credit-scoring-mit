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mission: using AI + structured workflows to improve inclusion while controlling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context: exclusion due to thin files, operational pressure on teams, and the need for explainable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CREDIT as an AI-assisted underwriting co-system, not a black-box replacer.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stakeholder value clearly and connect impact to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screenshots if available: signup/login, profile, application, status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how analyst productivity improves without removing human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pipeline diagram in PowerPoint SmartArt for visual clarity.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responsible AI principles and practical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this as a layered architecture: UI, API, data, AI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icon-based table format in PPT to improve visual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transitions fast and rehearse fallback if OCR/LLM is unavailable.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have internal numbers, replace these with concrete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judges that the MVP can evolve into a deployable production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 and invite questions on architecture or risk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CREDIT: AI-Powered Alternative Credit Underwriting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Fast, Explainable Lending for Thin-File Borrowers</a:t>
            </a:r>
          </a:p>
          <a:p>
            <a:r>
              <a:t>Hackathon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Traditional credit models reject many applicants with little/no credit history.</a:t>
            </a:r>
          </a:p>
          <a:p>
            <a:pPr>
              <a:defRPr sz="2200"/>
            </a:pPr>
            <a:r>
              <a:t>Manual underwriting is slow, costly, and inconsistent across reviewers.</a:t>
            </a:r>
          </a:p>
          <a:p>
            <a:pPr>
              <a:defRPr sz="2200"/>
            </a:pPr>
            <a:r>
              <a:t>Lenders struggle to balance inclusion and portfolio risk.</a:t>
            </a:r>
          </a:p>
          <a:p>
            <a:pPr>
              <a:defRPr sz="2200"/>
            </a:pPr>
            <a:r>
              <a:t>Result: viable borrowers are underserved and decision turnaround time is high.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CREDIT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digital underwriting for borrower and admin personas.</a:t>
            </a:r>
          </a:p>
          <a:p>
            <a:pPr>
              <a:defRPr sz="2200"/>
            </a:pPr>
            <a:r>
              <a:t>Borrower flow: OTP login, profile completion, loan application, document upload.</a:t>
            </a:r>
          </a:p>
          <a:p>
            <a:pPr>
              <a:defRPr sz="2200"/>
            </a:pPr>
            <a:r>
              <a:t>Admin flow: portfolio analytics, case review, explainability, approve/reject.</a:t>
            </a:r>
          </a:p>
          <a:p>
            <a:pPr>
              <a:defRPr sz="2200"/>
            </a:pPr>
            <a:r>
              <a:t>Hybrid intelligence: rules + ML scoring + guardrail fallback.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Borrowers: faster onboarding, quicker decisions, transparent journey.</a:t>
            </a:r>
          </a:p>
          <a:p>
            <a:pPr>
              <a:defRPr sz="2200"/>
            </a:pPr>
            <a:r>
              <a:t>Credit analysts: structured review with reasoned AI recommendations.</a:t>
            </a:r>
          </a:p>
          <a:p>
            <a:pPr>
              <a:defRPr sz="2200"/>
            </a:pPr>
            <a:r>
              <a:t>Lenders: broader reach in underserved segments with controlled risk.</a:t>
            </a:r>
          </a:p>
          <a:p>
            <a:pPr>
              <a:defRPr sz="2200"/>
            </a:pPr>
            <a:r>
              <a:t>Business: better operational efficiency and consistent policy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Borrower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Secure authentication with email OTP and token-based sessions.</a:t>
            </a:r>
          </a:p>
          <a:p>
            <a:pPr>
              <a:defRPr sz="2200"/>
            </a:pPr>
            <a:r>
              <a:t>Segment-aware profile capture (salaried, MSME, farmer, student, etc.).</a:t>
            </a:r>
          </a:p>
          <a:p>
            <a:pPr>
              <a:defRPr sz="2200"/>
            </a:pPr>
            <a:r>
              <a:t>Loan application with income and context data for scoring.</a:t>
            </a:r>
          </a:p>
          <a:p>
            <a:pPr>
              <a:defRPr sz="2200"/>
            </a:pPr>
            <a:r>
              <a:t>OCR-based identity verification contributes to underwriting confidence.</a:t>
            </a:r>
          </a:p>
          <a:p>
            <a:pPr>
              <a:defRPr sz="2200"/>
            </a:pPr>
            <a:r>
              <a:t>Borrower dashboard shows application status and credit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&amp; Analyst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Dashboard view for portfolio and risk distribution monitoring.</a:t>
            </a:r>
          </a:p>
          <a:p>
            <a:pPr>
              <a:defRPr sz="2200"/>
            </a:pPr>
            <a:r>
              <a:t>Loan review queue with decision support signals and explainability.</a:t>
            </a:r>
          </a:p>
          <a:p>
            <a:pPr>
              <a:defRPr sz="2200"/>
            </a:pPr>
            <a:r>
              <a:t>Approve/reject actions with notes for governance and auditability.</a:t>
            </a:r>
          </a:p>
          <a:p>
            <a:pPr>
              <a:defRPr sz="2200"/>
            </a:pPr>
            <a:r>
              <a:t>Analyst copilot chat for case-level and portfolio-level Q&amp;A.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Underwriting Intelligence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Step 1: Collect profile + application + document verification signals.</a:t>
            </a:r>
          </a:p>
          <a:p>
            <a:pPr>
              <a:defRPr sz="2200"/>
            </a:pPr>
            <a:r>
              <a:t>Step 2: Run pre-screen business rules for baseline eligibility.</a:t>
            </a:r>
          </a:p>
          <a:p>
            <a:pPr>
              <a:defRPr sz="2200"/>
            </a:pPr>
            <a:r>
              <a:t>Step 3: Generate features and invoke Python ML model for risk inference.</a:t>
            </a:r>
          </a:p>
          <a:p>
            <a:pPr>
              <a:defRPr sz="2200"/>
            </a:pPr>
            <a:r>
              <a:t>Step 4: Apply guardrail logic and policy bands for stable outcomes.</a:t>
            </a:r>
          </a:p>
          <a:p>
            <a:pPr>
              <a:defRPr sz="2200"/>
            </a:pPr>
            <a:r>
              <a:t>Step 5: Store explainable analysis and recommendation in application record.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Explainability, Trust, and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Decision outputs include score/risk interpretation for reviewer confidence.</a:t>
            </a:r>
          </a:p>
          <a:p>
            <a:pPr>
              <a:defRPr sz="2200"/>
            </a:pPr>
            <a:r>
              <a:t>Admin users can inspect rationale before final approval or rejection.</a:t>
            </a:r>
          </a:p>
          <a:p>
            <a:pPr>
              <a:defRPr sz="2200"/>
            </a:pPr>
            <a:r>
              <a:t>Human-in-the-loop design prevents blind automation.</a:t>
            </a:r>
          </a:p>
          <a:p>
            <a:pPr>
              <a:defRPr sz="2200"/>
            </a:pPr>
            <a:r>
              <a:t>Decision notes and workflow actions support audit readiness.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 SPA (React + TypeScript + Vite) communicates with REST APIs.</a:t>
            </a:r>
          </a:p>
          <a:p>
            <a:pPr>
              <a:defRPr sz="2200"/>
            </a:pPr>
            <a:r>
              <a:t>Backend API (Node.js + Express) organizes domains: auth, loans, admin, chat.</a:t>
            </a:r>
          </a:p>
          <a:p>
            <a:pPr>
              <a:defRPr sz="2200"/>
            </a:pPr>
            <a:r>
              <a:t>MongoDB persists users, profiles, and loan applications.</a:t>
            </a:r>
          </a:p>
          <a:p>
            <a:pPr>
              <a:defRPr sz="2200"/>
            </a:pPr>
            <a:r>
              <a:t>Redis handles OTP and temporary auth/session state.</a:t>
            </a:r>
          </a:p>
          <a:p>
            <a:pPr>
              <a:defRPr sz="2200"/>
            </a:pPr>
            <a:r>
              <a:t>Python service provides ML scoring; AWS Textract handles OCR.</a:t>
            </a:r>
          </a:p>
          <a:p>
            <a:pPr>
              <a:defRPr sz="2200"/>
            </a:pPr>
            <a:r>
              <a:t>Ollama-based copilot supports analyst queries with intent routing.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React, TypeScript, Vite, MUI/Radix, React Router.</a:t>
            </a:r>
          </a:p>
          <a:p>
            <a:pPr>
              <a:defRPr sz="2200"/>
            </a:pPr>
            <a:r>
              <a:t>Backend: Node.js, Express, JWT auth, role middleware.</a:t>
            </a:r>
          </a:p>
          <a:p>
            <a:pPr>
              <a:defRPr sz="2200"/>
            </a:pPr>
            <a:r>
              <a:t>Data layer: MongoDB (Mongoose), Redis (ioredis).</a:t>
            </a:r>
          </a:p>
          <a:p>
            <a:pPr>
              <a:defRPr sz="2200"/>
            </a:pPr>
            <a:r>
              <a:t>AI/ML: Python (scikit-learn), Ollama (Qwen), optional Chroma bridge.</a:t>
            </a:r>
          </a:p>
          <a:p>
            <a:pPr>
              <a:defRPr sz="2200"/>
            </a:pPr>
            <a:r>
              <a:t>OCR &amp; infrastructure: AWS Textract, Docker Compose, Vercel-ready frontend config.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 (4-6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Start stack and verify health endpoint.</a:t>
            </a:r>
          </a:p>
          <a:p>
            <a:pPr>
              <a:defRPr sz="2200"/>
            </a:pPr>
            <a:r>
              <a:t>2) Borrower logs in with OTP and submits profile + loan request.</a:t>
            </a:r>
          </a:p>
          <a:p>
            <a:pPr>
              <a:defRPr sz="2200"/>
            </a:pPr>
            <a:r>
              <a:t>3) Upload document and show OCR/identity verification signal.</a:t>
            </a:r>
          </a:p>
          <a:p>
            <a:pPr>
              <a:defRPr sz="2200"/>
            </a:pPr>
            <a:r>
              <a:t>4) Display risk output: recommendation, risk band, suggested terms.</a:t>
            </a:r>
          </a:p>
          <a:p>
            <a:pPr>
              <a:defRPr sz="2200"/>
            </a:pPr>
            <a:r>
              <a:t>5) Switch to admin dashboard and open the new application.</a:t>
            </a:r>
          </a:p>
          <a:p>
            <a:pPr>
              <a:defRPr sz="2200"/>
            </a:pPr>
            <a:r>
              <a:t>6) Show explainability + decision action + copilot Q&amp;A.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Reduced turnaround time for underwriting decisions.</a:t>
            </a:r>
          </a:p>
          <a:p>
            <a:pPr>
              <a:defRPr sz="2200"/>
            </a:pPr>
            <a:r>
              <a:t>Improved analyst efficiency through structured decision support.</a:t>
            </a:r>
          </a:p>
          <a:p>
            <a:pPr>
              <a:defRPr sz="2200"/>
            </a:pPr>
            <a:r>
              <a:t>Higher inclusion of thin-file borrowers with risk-aware controls.</a:t>
            </a:r>
          </a:p>
          <a:p>
            <a:pPr>
              <a:defRPr sz="2200"/>
            </a:pPr>
            <a:r>
              <a:t>More consistent and explainable loan decisions across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continuous model monitoring, calibration, and retraining pipelines.</a:t>
            </a:r>
          </a:p>
          <a:p>
            <a:pPr>
              <a:defRPr sz="2200"/>
            </a:pPr>
            <a:r>
              <a:t>Expand fraud checks and alternate data connectors for better risk signals.</a:t>
            </a:r>
          </a:p>
          <a:p>
            <a:pPr>
              <a:defRPr sz="2200"/>
            </a:pPr>
            <a:r>
              <a:t>Introduce fairness/bias tracking and deeper governance workflows.</a:t>
            </a:r>
          </a:p>
          <a:p>
            <a:pPr>
              <a:defRPr sz="2200"/>
            </a:pPr>
            <a:r>
              <a:t>Production hardening: observability, scale, security controls, CI/CD.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CREDIT enables inclusive lending with explainable AI-assisted underwriting.</a:t>
            </a:r>
          </a:p>
          <a:p>
            <a:pPr>
              <a:defRPr sz="2200"/>
            </a:pPr>
            <a:r>
              <a:t>Built for speed, trust, and operational efficiency.</a:t>
            </a:r>
          </a:p>
          <a:p>
            <a:pPr>
              <a:defRPr sz="2200"/>
            </a:pPr>
            <a:r>
              <a:t>Thank you -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